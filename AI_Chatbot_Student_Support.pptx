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34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 FOR STUDENT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SERVICES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AI Course Project powered by Google Gemini, Flask &amp; modern web design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1755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Ananya Gupta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5623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 Batch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colleges need an AI-powered support assistant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17320" y="18653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volume of repetitive queries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128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ask the same questions about admissions, fees, and hostel life every single day.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086600" y="18653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staff availability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2128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and admin staff cannot be available around the clock to answer basic queries.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417320" y="33284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responses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67588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wait hours or days for simple, factual answers over email.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20040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086600" y="33284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instant, reliable help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367588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AI assistant can respond instantly, consistently, and at any hour.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chatbot is designed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1148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6" name="Text 4"/>
          <p:cNvSpPr/>
          <p:nvPr/>
        </p:nvSpPr>
        <p:spPr>
          <a:xfrm>
            <a:off x="1115568" y="1819656"/>
            <a:ext cx="4645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24/7 virtual assistant for common student queries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411480" cy="41148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6784848" y="1819656"/>
            <a:ext cx="4645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Google Gemini API to generate natural, helpful answers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411480" cy="41148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43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1115568" y="2788920"/>
            <a:ext cx="4645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responses strictly to student-support topics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843784"/>
            <a:ext cx="411480" cy="41148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843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6784848" y="2788920"/>
            <a:ext cx="4645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clean, modern, and responsive chat interface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813048"/>
            <a:ext cx="411480" cy="41148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1115568" y="3758184"/>
            <a:ext cx="4645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codebase simple, modular, and beginner-friendly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813048"/>
            <a:ext cx="411480" cy="41148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6784848" y="3758184"/>
            <a:ext cx="4645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fully working project with no database dependency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services powering the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97964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997964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685800" y="2770632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81528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 (Glassmorphism UI), JavaScript (Fetch API)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92724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792724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4480560" y="2770632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081528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with the Flask micro web-framework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87484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587484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8275320" y="2770632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081528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— gemini-2.5-flash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97964" y="4251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997964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685800" y="5010912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5321808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to securely load the API key from .env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40233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92724" y="4251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792724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4480560" y="5010912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5321808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— Poppins for a modern feel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87484" y="4251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9587484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20" dirty="0"/>
          </a:p>
        </p:txBody>
      </p:sp>
      <p:sp>
        <p:nvSpPr>
          <p:cNvPr id="32" name="Text 30"/>
          <p:cNvSpPr/>
          <p:nvPr/>
        </p:nvSpPr>
        <p:spPr>
          <a:xfrm>
            <a:off x="8275320" y="5010912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5321808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required — fully stateless, lightweight app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flow, from student to Gemini and 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2578608"/>
            <a:ext cx="548640" cy="54864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6" name="Text 4"/>
          <p:cNvSpPr/>
          <p:nvPr/>
        </p:nvSpPr>
        <p:spPr>
          <a:xfrm>
            <a:off x="134874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49808" y="327355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types a question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3749040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UI captures input from the text box in the browser.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80360" y="23774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9020" y="2578608"/>
            <a:ext cx="548640" cy="54864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2" name="Text 10"/>
          <p:cNvSpPr/>
          <p:nvPr/>
        </p:nvSpPr>
        <p:spPr>
          <a:xfrm>
            <a:off x="358902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2990088" y="327355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sends a request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08376" y="3749040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sends a POST request with JSON to the Flask /ask route.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20640" y="23774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9300" y="2578608"/>
            <a:ext cx="548640" cy="54864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8" name="Text 16"/>
          <p:cNvSpPr/>
          <p:nvPr/>
        </p:nvSpPr>
        <p:spPr>
          <a:xfrm>
            <a:off x="582930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5230368" y="327355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calls chatbot.py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48656" y="3749040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generate_response() forwards the message to the Gemini model.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86600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60920" y="23774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9580" y="2578608"/>
            <a:ext cx="548640" cy="54864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4" name="Text 22"/>
          <p:cNvSpPr/>
          <p:nvPr/>
        </p:nvSpPr>
        <p:spPr>
          <a:xfrm>
            <a:off x="806958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7470648" y="327355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generates a reply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88936" y="3749040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guides Gemini to answer politely and on-topic.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26880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01200" y="23774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09860" y="2578608"/>
            <a:ext cx="548640" cy="54864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0986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9710928" y="327355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returns to chat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729216" y="3749040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sends JSON back; JavaScript renders it as a bot bubble.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Feature: Home Page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— a clean, attractive landing page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7647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&amp; tagline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209397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project name with a short, friendly description of what the assistant does.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7980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"Start Chat" button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312724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prominent call-to-action button that takes the student straight into the chatbot.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83133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highlights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4160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bullet points showing what the assistant can help with.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4864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 toggle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51937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theme switch available right from the landing page.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0" y="1783080"/>
            <a:ext cx="4114800" cy="4160520"/>
          </a:xfrm>
          <a:prstGeom prst="roundRect">
            <a:avLst>
              <a:gd name="adj" fmla="val 3111"/>
            </a:avLst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2240280"/>
            <a:ext cx="1005840" cy="100584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863840" y="3383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 for Student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Services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5528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24/7 assistant for admissions, fees, hostel &amp; more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686800" y="484632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2FBF9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4846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Chat 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Feature: Chat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clarity, speed, and ease of 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43684" y="198424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043684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bubbles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26664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messages align right, bot replies align left for clear conversation flow.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38444" y="198424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838444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4480560" y="2697480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Enter-to-send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026664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press Enter or tap the send button to submit a question.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33204" y="198424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633204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Typing indicator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026664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animated "typing..." bubble shows while Gemini generates a response.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43684" y="4224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2043684" y="4224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685800" y="4937760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Auto-scroll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266944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automatically scrolls to the newest message.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40233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38444" y="4224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838444" y="4224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4480560" y="4937760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5266944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stamped with the time it was sent.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33204" y="4224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9633204" y="4224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8275320" y="4937760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questions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5266944"/>
            <a:ext cx="3172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Quick-tap chips offer common starter questions like scholarship or hostel fee queries.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Google Gemini powers every response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38912" cy="438912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48" dirty="0"/>
          </a:p>
        </p:txBody>
      </p:sp>
      <p:sp>
        <p:nvSpPr>
          <p:cNvPr id="6" name="Text 4"/>
          <p:cNvSpPr/>
          <p:nvPr/>
        </p:nvSpPr>
        <p:spPr>
          <a:xfrm>
            <a:off x="1143000" y="18013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generate_response()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helper function sends the student's message to Gemini and returns clean text.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438912" cy="438912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52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48" dirty="0"/>
          </a:p>
        </p:txBody>
      </p:sp>
      <p:sp>
        <p:nvSpPr>
          <p:cNvPr id="10" name="Text 8"/>
          <p:cNvSpPr/>
          <p:nvPr/>
        </p:nvSpPr>
        <p:spPr>
          <a:xfrm>
            <a:off x="1143000" y="282549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system prompt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14553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Instructs Gemini to stay polite, concise, and strictly on student-support topics.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38912" cy="438912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77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48" dirty="0"/>
          </a:p>
        </p:txBody>
      </p:sp>
      <p:sp>
        <p:nvSpPr>
          <p:cNvPr id="14" name="Text 12"/>
          <p:cNvSpPr/>
          <p:nvPr/>
        </p:nvSpPr>
        <p:spPr>
          <a:xfrm>
            <a:off x="1143000" y="384962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restriction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1696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questions receive a polite refusal instead of an unrelated answer.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438912" cy="438912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01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48" dirty="0"/>
          </a:p>
        </p:txBody>
      </p:sp>
      <p:sp>
        <p:nvSpPr>
          <p:cNvPr id="18" name="Text 16"/>
          <p:cNvSpPr/>
          <p:nvPr/>
        </p:nvSpPr>
        <p:spPr>
          <a:xfrm>
            <a:off x="1143000" y="48737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19379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failures are caught gracefully so the app never crashes.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820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0391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496312"/>
            <a:ext cx="4709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AI Student Support Assistant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college.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Answer politely.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Keep answers short and clear.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Only answer student-related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questions (admissions, fees,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hostel, exams, placements...).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If asked unrelated questions,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politely refuse.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Query Topics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student might need to ask about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0345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0345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7830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39312" y="20345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20345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4343400" y="178308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7830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9672" y="20345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20345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7223760" y="178308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35440" y="17830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00032" y="20345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400032" y="20345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10104120" y="178308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035808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32872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32872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1463040" y="3035808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3035808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39312" y="32872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3639312" y="32872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4343400" y="3035808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3035808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9672" y="32872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32872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7223760" y="3035808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235440" y="3035808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00032" y="32872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9400032" y="32872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560" dirty="0"/>
          </a:p>
        </p:txBody>
      </p:sp>
      <p:sp>
        <p:nvSpPr>
          <p:cNvPr id="35" name="Text 33"/>
          <p:cNvSpPr/>
          <p:nvPr/>
        </p:nvSpPr>
        <p:spPr>
          <a:xfrm>
            <a:off x="10104120" y="3035808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Schedule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" y="4288536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8952" y="453999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" y="45399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60" dirty="0"/>
          </a:p>
        </p:txBody>
      </p:sp>
      <p:sp>
        <p:nvSpPr>
          <p:cNvPr id="39" name="Text 37"/>
          <p:cNvSpPr/>
          <p:nvPr/>
        </p:nvSpPr>
        <p:spPr>
          <a:xfrm>
            <a:off x="1463040" y="4288536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474720" y="4288536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39312" y="453999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3639312" y="45399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</a:t>
            </a:r>
            <a:endParaRPr lang="en-US" sz="1560" dirty="0"/>
          </a:p>
        </p:txBody>
      </p:sp>
      <p:sp>
        <p:nvSpPr>
          <p:cNvPr id="43" name="Text 41"/>
          <p:cNvSpPr/>
          <p:nvPr/>
        </p:nvSpPr>
        <p:spPr>
          <a:xfrm>
            <a:off x="4343400" y="4288536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55080" y="4288536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19672" y="453999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6519672" y="45399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1560" dirty="0"/>
          </a:p>
        </p:txBody>
      </p:sp>
      <p:sp>
        <p:nvSpPr>
          <p:cNvPr id="47" name="Text 45"/>
          <p:cNvSpPr/>
          <p:nvPr/>
        </p:nvSpPr>
        <p:spPr>
          <a:xfrm>
            <a:off x="7223760" y="4288536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235440" y="4288536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400032" y="453999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9400032" y="45399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560" dirty="0"/>
          </a:p>
        </p:txBody>
      </p:sp>
      <p:sp>
        <p:nvSpPr>
          <p:cNvPr id="51" name="Text 49"/>
          <p:cNvSpPr/>
          <p:nvPr/>
        </p:nvSpPr>
        <p:spPr>
          <a:xfrm>
            <a:off x="10104120" y="4288536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94360" y="5541264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58952" y="579272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4" name="Text 52"/>
          <p:cNvSpPr/>
          <p:nvPr/>
        </p:nvSpPr>
        <p:spPr>
          <a:xfrm>
            <a:off x="758952" y="57927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560" dirty="0"/>
          </a:p>
        </p:txBody>
      </p:sp>
      <p:sp>
        <p:nvSpPr>
          <p:cNvPr id="55" name="Text 53"/>
          <p:cNvSpPr/>
          <p:nvPr/>
        </p:nvSpPr>
        <p:spPr>
          <a:xfrm>
            <a:off x="1463040" y="5541264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Guidance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474720" y="5541264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39312" y="579272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8" name="Text 56"/>
          <p:cNvSpPr/>
          <p:nvPr/>
        </p:nvSpPr>
        <p:spPr>
          <a:xfrm>
            <a:off x="3639312" y="57927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560" dirty="0"/>
          </a:p>
        </p:txBody>
      </p:sp>
      <p:sp>
        <p:nvSpPr>
          <p:cNvPr id="59" name="Text 57"/>
          <p:cNvSpPr/>
          <p:nvPr/>
        </p:nvSpPr>
        <p:spPr>
          <a:xfrm>
            <a:off x="4343400" y="5541264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Details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touches that improve the student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🌗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 toggle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entire interface between light and dark themes instantly.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57400"/>
            <a:ext cx="594360" cy="5943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chat button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3134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the conversation with a single click for a fresh start.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01568"/>
            <a:ext cx="594360" cy="5943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015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1508760" y="33101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timestamps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365760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shows the exact time it was sent.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17920" y="3172968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401568"/>
            <a:ext cx="594360" cy="5943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015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690" dirty="0"/>
          </a:p>
        </p:txBody>
      </p:sp>
      <p:sp>
        <p:nvSpPr>
          <p:cNvPr id="22" name="Text 20"/>
          <p:cNvSpPr/>
          <p:nvPr/>
        </p:nvSpPr>
        <p:spPr>
          <a:xfrm>
            <a:off x="7178040" y="33101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questions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65760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chips help students start a conversation quickly.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modular organization for easy understanding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12648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039112"/>
            <a:ext cx="55778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AI-Student-Chatbot/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               Flask routes (/, /chat, /ask)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     Python dependencies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                 Stores the Gemini API key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static/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css/style.css    Modern glassmorphism styling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js/script.js     Chat logic &amp; fetch requests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index.html       Home / landing page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chat.html        Chatbot interface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utils/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chatbot.py       Gemini integration logic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95160" y="1783080"/>
            <a:ext cx="411480" cy="41148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7562088" y="1746504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Well-commented 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62088" y="2066544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explains what it does and why.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95160" y="2816352"/>
            <a:ext cx="411480" cy="41148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7562088" y="2779776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design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62088" y="3099816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AI logic, and UI are cleanly separated.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95160" y="3849624"/>
            <a:ext cx="411480" cy="41148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7562088" y="3813048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error handling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62088" y="4133088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network errors never crash the app.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95160" y="4882896"/>
            <a:ext cx="411480" cy="41148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4882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7562088" y="484632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Beginner-friendly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562088" y="5166360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structure ideal for a Gen-AI course project.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02336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persistent chat history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365760" cy="3657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6720840" y="13716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real college databases (fees, exam dates)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03704"/>
            <a:ext cx="365760" cy="3657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03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051560" y="215798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for wider accessibility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203704"/>
            <a:ext cx="365760" cy="3657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03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6720840" y="215798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and output for hands-free interaction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90088"/>
            <a:ext cx="365760" cy="3657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(Render, Railway, Azure) for public access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990088"/>
            <a:ext cx="365760" cy="3657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720840" y="29443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to track most-asked questions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349240" y="4434840"/>
            <a:ext cx="822960" cy="8229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4434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234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for Student Support Services  |  Ananya Gupta  •  Gen-AI Batch 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2026-07-17T06:54:26Z</dcterms:created>
  <dcterms:modified xsi:type="dcterms:W3CDTF">2026-07-17T06:54:26Z</dcterms:modified>
</cp:coreProperties>
</file>